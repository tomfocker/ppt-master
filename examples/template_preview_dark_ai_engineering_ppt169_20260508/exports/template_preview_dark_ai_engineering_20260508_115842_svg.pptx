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这是一组用于预览 dark_ai_engineering 模板效果的样例页。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展示暗色工程风格如何承载系统架构、权限分层和分类器链路。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展示风险矩阵和技术评审场景中的高密度信息组织。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展示指标卡片、趋势图和运行状态面板。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总结该模板适合 AI 安全、系统架构和研发复盘场景。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